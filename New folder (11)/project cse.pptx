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71" r:id="rId5"/>
    <p:sldId id="291" r:id="rId6"/>
    <p:sldId id="281" r:id="rId7"/>
    <p:sldId id="258" r:id="rId8"/>
    <p:sldId id="284" r:id="rId9"/>
    <p:sldId id="286" r:id="rId10"/>
    <p:sldId id="287" r:id="rId11"/>
    <p:sldId id="282" r:id="rId12"/>
    <p:sldId id="290" r:id="rId13"/>
    <p:sldId id="292" r:id="rId14"/>
    <p:sldId id="28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97" d="100"/>
          <a:sy n="97" d="100"/>
        </p:scale>
        <p:origin x="1110" y="7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588AE-9FF3-D563-F9E9-59E2F476B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AB413-0434-C3DB-646D-86E23A6B8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62D0E-B4D9-2A76-C6F7-102775EFE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E201F-1BCE-10C7-9F7A-7DE0EE4C2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24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1037B-7977-FF0E-A9DA-E78E8D81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0528E-1FDD-466A-87DB-44219914F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AF874-87F6-8AA2-4B0D-A945D5466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DE357-38A5-15FB-74E6-773808BF2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886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04369-86CA-2F2C-BB01-DEE97310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043A5-2006-D7D4-DB62-6380F693F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B3C8D-9366-C428-D24F-A6C708C1D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D35C1-03BB-3453-41E9-BDADF519D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03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66C0D-B728-B4D0-DC7C-7A23A3B0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1D479-1213-28E1-EC12-B73AECFCD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89E21-E24C-7348-D58E-95751FB2F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BE9F1-616A-B740-FF2C-13881161F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482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6B41D-04B2-ADA7-F42A-80A9FF9F6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AE020-DADB-5EBB-10A7-5223AA3B5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883DD-CA54-883C-4526-2A48ACEFF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75BF0-29EE-87C9-565C-6CD72B135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39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662E3-95C7-F5E4-4E59-DFC38F4B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200D9-EE83-DFCF-688D-EFCFD7DFD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E8117-851B-2D61-1E65-FD12433DE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A1660-8D2A-B17B-6630-53E6F8CAC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744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9212" y="1742204"/>
            <a:ext cx="6754761" cy="3830791"/>
          </a:xfrm>
        </p:spPr>
        <p:txBody>
          <a:bodyPr/>
          <a:lstStyle/>
          <a:p>
            <a:r>
              <a:rPr lang="en-US" b="1" dirty="0"/>
              <a:t>Detective mystery game</a:t>
            </a:r>
            <a:br>
              <a:rPr lang="en-US" dirty="0"/>
            </a:br>
            <a:r>
              <a:rPr lang="en-US" sz="1600" dirty="0"/>
              <a:t>c# object-oriented programming project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group-03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presented by: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1. </a:t>
            </a:r>
            <a:r>
              <a:rPr lang="en-US" sz="1600" dirty="0"/>
              <a:t>mortuja bashir nill (2252081123)</a:t>
            </a:r>
            <a:br>
              <a:rPr lang="en-US" sz="1600" dirty="0"/>
            </a:br>
            <a:r>
              <a:rPr lang="en-US" sz="1600" b="1" dirty="0"/>
              <a:t>2. </a:t>
            </a:r>
            <a:r>
              <a:rPr lang="en-US" sz="1600" dirty="0"/>
              <a:t>Farzana Akter Eva (2252081127)</a:t>
            </a:r>
            <a:br>
              <a:rPr lang="en-US" sz="1600" dirty="0"/>
            </a:br>
            <a:r>
              <a:rPr lang="en-US" sz="1600" b="1" dirty="0"/>
              <a:t>3. </a:t>
            </a:r>
            <a:r>
              <a:rPr lang="en-US" sz="1600" dirty="0"/>
              <a:t>Rubaiya (2252081148)</a:t>
            </a:r>
            <a:br>
              <a:rPr lang="en-US" sz="1600" dirty="0"/>
            </a:br>
            <a:r>
              <a:rPr lang="en-US" sz="1600" b="1" dirty="0"/>
              <a:t>4. </a:t>
            </a:r>
            <a:r>
              <a:rPr lang="en-US" sz="1600" dirty="0"/>
              <a:t>MD.NAHIMUR RAHMAN ANTOR (2252081136)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702" y="4955458"/>
            <a:ext cx="2428571" cy="1235075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8927-A945-70CD-9F98-4B4DB914C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76B0-68F4-27DE-FF62-EACD3737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376645"/>
            <a:ext cx="7288282" cy="785406"/>
          </a:xfrm>
        </p:spPr>
        <p:txBody>
          <a:bodyPr/>
          <a:lstStyle/>
          <a:p>
            <a:r>
              <a:rPr lang="en-US" dirty="0"/>
              <a:t>How the Game Works?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671C1-13BF-7669-F173-20061237C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62125" y="1628774"/>
            <a:ext cx="6400800" cy="4541355"/>
          </a:xfrm>
        </p:spPr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b="0" dirty="0"/>
              <a:t>Start Game</a:t>
            </a:r>
            <a:endParaRPr lang="en-US" b="0" dirty="0">
              <a:solidFill>
                <a:schemeClr val="bg1"/>
              </a:solidFill>
            </a:endParaRPr>
          </a:p>
          <a:p>
            <a:r>
              <a:rPr lang="en-US" dirty="0"/>
              <a:t>2. </a:t>
            </a:r>
            <a:r>
              <a:rPr lang="en-US" b="0" dirty="0"/>
              <a:t>Select Case</a:t>
            </a:r>
          </a:p>
          <a:p>
            <a:r>
              <a:rPr lang="en-US" dirty="0"/>
              <a:t>3.  </a:t>
            </a:r>
            <a:r>
              <a:rPr lang="en-US" b="0" dirty="0"/>
              <a:t>Investigate Location</a:t>
            </a:r>
          </a:p>
          <a:p>
            <a:r>
              <a:rPr lang="en-US" dirty="0"/>
              <a:t>4.  </a:t>
            </a:r>
            <a:r>
              <a:rPr lang="en-US" b="0" dirty="0"/>
              <a:t>Find Clues</a:t>
            </a:r>
          </a:p>
          <a:p>
            <a:r>
              <a:rPr lang="en-US" dirty="0"/>
              <a:t>5. </a:t>
            </a:r>
            <a:r>
              <a:rPr lang="en-US" b="0" dirty="0"/>
              <a:t>Earn Points</a:t>
            </a:r>
          </a:p>
          <a:p>
            <a:r>
              <a:rPr lang="en-US" dirty="0"/>
              <a:t>6.  </a:t>
            </a:r>
            <a:r>
              <a:rPr lang="en-US" b="0" dirty="0"/>
              <a:t>Collect Evidence</a:t>
            </a:r>
          </a:p>
          <a:p>
            <a:r>
              <a:rPr lang="en-US" dirty="0"/>
              <a:t>7</a:t>
            </a:r>
            <a:r>
              <a:rPr lang="en-US" b="0" dirty="0"/>
              <a:t>.  Examine Suspects</a:t>
            </a:r>
          </a:p>
          <a:p>
            <a:r>
              <a:rPr lang="en-US" dirty="0"/>
              <a:t>8.  </a:t>
            </a:r>
            <a:r>
              <a:rPr lang="en-US" b="0" dirty="0"/>
              <a:t>Identify Criminal</a:t>
            </a:r>
          </a:p>
          <a:p>
            <a:r>
              <a:rPr lang="en-US" dirty="0"/>
              <a:t>9.  </a:t>
            </a:r>
            <a:r>
              <a:rPr lang="en-US" b="0" dirty="0"/>
              <a:t>Final Result</a:t>
            </a:r>
            <a:br>
              <a:rPr lang="en-US" dirty="0"/>
            </a:br>
            <a:r>
              <a:rPr lang="en-US" dirty="0"/>
              <a:t>   </a:t>
            </a:r>
          </a:p>
          <a:p>
            <a:r>
              <a:rPr lang="en-US" b="0" dirty="0"/>
              <a:t>Correct Suspect =</a:t>
            </a:r>
            <a:r>
              <a:rPr lang="en-US" dirty="0"/>
              <a:t> WIN!</a:t>
            </a:r>
            <a:br>
              <a:rPr lang="en-US" dirty="0"/>
            </a:br>
            <a:r>
              <a:rPr lang="en-US" b="0" dirty="0"/>
              <a:t>Wrong Suspect = </a:t>
            </a:r>
            <a:r>
              <a:rPr lang="en-US" dirty="0"/>
              <a:t>GAME OVER!</a:t>
            </a:r>
          </a:p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E6AC95D-862A-CC47-6179-3F3F8578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146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8944"/>
            <a:ext cx="8420100" cy="1780860"/>
          </a:xfrm>
        </p:spPr>
        <p:txBody>
          <a:bodyPr/>
          <a:lstStyle/>
          <a:p>
            <a:r>
              <a:rPr lang="en-US" b="1" dirty="0"/>
              <a:t>Class design</a:t>
            </a:r>
            <a:br>
              <a:rPr lang="en-US" b="1" dirty="0"/>
            </a:br>
            <a:r>
              <a:rPr lang="en-US" b="1" dirty="0"/>
              <a:t>detective class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53027" y="2165911"/>
            <a:ext cx="9089753" cy="531569"/>
          </a:xfrm>
        </p:spPr>
        <p:txBody>
          <a:bodyPr>
            <a:normAutofit/>
          </a:bodyPr>
          <a:lstStyle/>
          <a:p>
            <a:r>
              <a:rPr lang="en-US" sz="2000" dirty="0"/>
              <a:t>Purpose: </a:t>
            </a:r>
            <a:r>
              <a:rPr lang="en-US" b="0" dirty="0"/>
              <a:t>Represents the player who investigates the mystery.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49220" y="6423380"/>
            <a:ext cx="6082481" cy="3170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33700" y="3515361"/>
            <a:ext cx="9109080" cy="2804160"/>
          </a:xfrm>
        </p:spPr>
        <p:txBody>
          <a:bodyPr>
            <a:normAutofit/>
          </a:bodyPr>
          <a:lstStyle/>
          <a:p>
            <a:r>
              <a:rPr lang="en-US" dirty="0"/>
              <a:t>Methods: </a:t>
            </a:r>
          </a:p>
          <a:p>
            <a:r>
              <a:rPr lang="en-US" b="0" dirty="0"/>
              <a:t>        </a:t>
            </a:r>
            <a:r>
              <a:rPr lang="en-US" dirty="0"/>
              <a:t>○ AddPoints: </a:t>
            </a:r>
            <a:r>
              <a:rPr lang="en-US" b="0" dirty="0"/>
              <a:t>Gives points and explains why the points were awarded.</a:t>
            </a:r>
          </a:p>
          <a:p>
            <a:endParaRPr lang="en-US" dirty="0"/>
          </a:p>
          <a:p>
            <a:r>
              <a:rPr lang="en-US" dirty="0"/>
              <a:t>        ○ DisplayInfo: </a:t>
            </a:r>
            <a:r>
              <a:rPr lang="en-US" b="0" dirty="0"/>
              <a:t>Shows the detective's name and current points.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    ○ Investigate: </a:t>
            </a:r>
            <a:r>
              <a:rPr lang="en-US" b="0" dirty="0"/>
              <a:t>Represents the detective investigating the mystery.</a:t>
            </a:r>
          </a:p>
          <a:p>
            <a:r>
              <a:rPr lang="en-US" b="0" dirty="0"/>
              <a:t>                               </a:t>
            </a:r>
            <a:endParaRPr lang="en-US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99153" y="6404446"/>
            <a:ext cx="3943627" cy="3170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D63ED0A-693F-2252-84AF-B28356E69214}"/>
              </a:ext>
            </a:extLst>
          </p:cNvPr>
          <p:cNvSpPr txBox="1">
            <a:spLocks/>
          </p:cNvSpPr>
          <p:nvPr/>
        </p:nvSpPr>
        <p:spPr>
          <a:xfrm>
            <a:off x="2933700" y="2833016"/>
            <a:ext cx="9380220" cy="531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Properties: </a:t>
            </a:r>
            <a:r>
              <a:rPr lang="en-US" b="0" dirty="0"/>
              <a:t>Name, Points.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DC8B09-EB5D-FD42-846A-8372AD2DECA4}"/>
              </a:ext>
            </a:extLst>
          </p:cNvPr>
          <p:cNvSpPr txBox="1"/>
          <p:nvPr/>
        </p:nvSpPr>
        <p:spPr>
          <a:xfrm>
            <a:off x="4343400" y="4053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376644"/>
            <a:ext cx="7288282" cy="2121177"/>
          </a:xfrm>
        </p:spPr>
        <p:txBody>
          <a:bodyPr/>
          <a:lstStyle/>
          <a:p>
            <a:r>
              <a:rPr lang="en-US" b="1" dirty="0"/>
              <a:t>Suspect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869738" cy="3407051"/>
          </a:xfrm>
        </p:spPr>
        <p:txBody>
          <a:bodyPr>
            <a:normAutofit/>
          </a:bodyPr>
          <a:lstStyle/>
          <a:p>
            <a:r>
              <a:rPr lang="en-US" dirty="0"/>
              <a:t>Purpose: </a:t>
            </a:r>
            <a:r>
              <a:rPr lang="en-US" b="0" dirty="0"/>
              <a:t>Represents people who may be the criminal in the mystery.</a:t>
            </a:r>
          </a:p>
          <a:p>
            <a:r>
              <a:rPr lang="en-US" dirty="0"/>
              <a:t>Properties: </a:t>
            </a:r>
            <a:r>
              <a:rPr lang="en-US" b="0" dirty="0"/>
              <a:t>Name, Occupation, IsCriminal.</a:t>
            </a:r>
          </a:p>
          <a:p>
            <a:r>
              <a:rPr lang="en-US" dirty="0"/>
              <a:t>Methods:</a:t>
            </a:r>
          </a:p>
          <a:p>
            <a:r>
              <a:rPr lang="en-US" dirty="0"/>
              <a:t>        ○ Examine Suspect: </a:t>
            </a:r>
            <a:r>
              <a:rPr lang="en-US" b="0" dirty="0"/>
              <a:t>Investigates and examines a possible criminal.</a:t>
            </a:r>
          </a:p>
          <a:p>
            <a:endParaRPr lang="en-US" dirty="0"/>
          </a:p>
          <a:p>
            <a:r>
              <a:rPr lang="en-US" dirty="0"/>
              <a:t>        ○ DisplayInfo</a:t>
            </a:r>
            <a:r>
              <a:rPr lang="en-US" b="0" dirty="0"/>
              <a:t>: Shows the suspect's name and occupation.</a:t>
            </a:r>
          </a:p>
          <a:p>
            <a:r>
              <a:rPr lang="en-US" dirty="0"/>
              <a:t>                               </a:t>
            </a:r>
          </a:p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anchor="b"/>
          <a:lstStyle/>
          <a:p>
            <a:r>
              <a:rPr lang="en-US" dirty="0"/>
              <a:t>Clue class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E1CF79-4FDC-8CAF-CC16-E309A2C49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2423380"/>
            <a:ext cx="8053138" cy="325038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Purpose: </a:t>
            </a:r>
            <a:r>
              <a:rPr lang="en-US" b="0" dirty="0"/>
              <a:t>Represents clues found during the investigation.</a:t>
            </a:r>
          </a:p>
          <a:p>
            <a:endParaRPr lang="en-US" dirty="0"/>
          </a:p>
          <a:p>
            <a:r>
              <a:rPr lang="en-US" dirty="0"/>
              <a:t>Properties: </a:t>
            </a:r>
            <a:r>
              <a:rPr lang="en-US" b="0" dirty="0"/>
              <a:t>Description, IsCorrect, Points.</a:t>
            </a:r>
          </a:p>
          <a:p>
            <a:endParaRPr lang="en-US" dirty="0"/>
          </a:p>
          <a:p>
            <a:r>
              <a:rPr lang="en-US" dirty="0"/>
              <a:t>Methods: </a:t>
            </a:r>
          </a:p>
          <a:p>
            <a:r>
              <a:rPr lang="en-US" dirty="0"/>
              <a:t>          ○ Display Clue: </a:t>
            </a:r>
            <a:r>
              <a:rPr lang="en-US" b="0" dirty="0"/>
              <a:t>Shows the clue discovered during the investigation.</a:t>
            </a:r>
          </a:p>
          <a:p>
            <a:r>
              <a:rPr lang="en-US" dirty="0"/>
              <a:t>                                   </a:t>
            </a:r>
          </a:p>
          <a:p>
            <a:r>
              <a:rPr lang="en-US" dirty="0"/>
              <a:t>       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0368" y="6404222"/>
            <a:ext cx="5733773" cy="3701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E07A905-8B37-D13F-25D3-1D3BCDB86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353799" y="2705177"/>
            <a:ext cx="476935" cy="448989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887107" y="6492875"/>
            <a:ext cx="3943627" cy="365125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9885-81AC-C756-DB22-E0EF04B9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BFFE-B0C4-10A3-7741-C57542F9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b="1" dirty="0"/>
              <a:t>Evidence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30948-7E59-FEED-FA1B-4BA84B2BD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2763078"/>
            <a:ext cx="8026150" cy="3593271"/>
          </a:xfrm>
        </p:spPr>
        <p:txBody>
          <a:bodyPr>
            <a:normAutofit/>
          </a:bodyPr>
          <a:lstStyle/>
          <a:p>
            <a:r>
              <a:rPr lang="en-US" dirty="0"/>
              <a:t>Purpose: </a:t>
            </a:r>
            <a:r>
              <a:rPr lang="en-US" b="0" dirty="0"/>
              <a:t>Represents physical or important evidence collected during the investigation.</a:t>
            </a:r>
          </a:p>
          <a:p>
            <a:r>
              <a:rPr lang="en-US" dirty="0"/>
              <a:t>Properties: </a:t>
            </a:r>
            <a:r>
              <a:rPr lang="en-US" b="0" dirty="0"/>
              <a:t>Name, Description.</a:t>
            </a:r>
          </a:p>
          <a:p>
            <a:r>
              <a:rPr lang="en-US" dirty="0"/>
              <a:t>Methods: </a:t>
            </a:r>
          </a:p>
          <a:p>
            <a:r>
              <a:rPr lang="en-US" b="0" dirty="0"/>
              <a:t> </a:t>
            </a:r>
            <a:r>
              <a:rPr lang="en-US" dirty="0"/>
              <a:t>○ Display Evidence: </a:t>
            </a:r>
            <a:r>
              <a:rPr lang="en-US" b="0" dirty="0"/>
              <a:t>Shows the name and description of collected evidence.</a:t>
            </a:r>
          </a:p>
          <a:p>
            <a:r>
              <a:rPr lang="en-US" b="0" dirty="0"/>
              <a:t>           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59ED5E6-112F-13C9-872F-1EE5B927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720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BE1E8-D16A-5823-8366-4FF9643A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69FD-A1FA-4AC5-EA0E-9E18A6DB2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953" y="507531"/>
            <a:ext cx="8420100" cy="1780860"/>
          </a:xfrm>
        </p:spPr>
        <p:txBody>
          <a:bodyPr/>
          <a:lstStyle/>
          <a:p>
            <a:r>
              <a:rPr lang="en-US" b="1" dirty="0"/>
              <a:t>Location class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7E3BF9F-9FD6-5A63-F445-44F43A735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48953" y="2797255"/>
            <a:ext cx="8420100" cy="3218534"/>
          </a:xfrm>
        </p:spPr>
        <p:txBody>
          <a:bodyPr>
            <a:normAutofit/>
          </a:bodyPr>
          <a:lstStyle/>
          <a:p>
            <a:r>
              <a:rPr lang="en-US" dirty="0"/>
              <a:t>Purpose: </a:t>
            </a:r>
            <a:r>
              <a:rPr lang="en-US" b="0" dirty="0"/>
              <a:t>Represents places where the detective searches for clues.</a:t>
            </a:r>
          </a:p>
          <a:p>
            <a:r>
              <a:rPr lang="en-US" dirty="0"/>
              <a:t>Properties: </a:t>
            </a:r>
            <a:r>
              <a:rPr lang="en-US" b="0" dirty="0"/>
              <a:t>Name, Clues.</a:t>
            </a:r>
          </a:p>
          <a:p>
            <a:r>
              <a:rPr lang="en-US" dirty="0"/>
              <a:t>Methods: </a:t>
            </a:r>
          </a:p>
          <a:p>
            <a:r>
              <a:rPr lang="en-US" dirty="0"/>
              <a:t>       ○ Search Location: </a:t>
            </a:r>
            <a:r>
              <a:rPr lang="en-US" b="0" dirty="0"/>
              <a:t>Investigates a location to find available clues.</a:t>
            </a:r>
          </a:p>
          <a:p>
            <a:r>
              <a:rPr lang="en-US" dirty="0"/>
              <a:t>                                    </a:t>
            </a:r>
          </a:p>
          <a:p>
            <a:r>
              <a:rPr lang="en-US" dirty="0"/>
              <a:t>       ○ Check Clues: </a:t>
            </a:r>
            <a:r>
              <a:rPr lang="en-US" b="0" dirty="0"/>
              <a:t>Checks all clues found at the location and displays them.</a:t>
            </a:r>
          </a:p>
          <a:p>
            <a:r>
              <a:rPr lang="en-US" dirty="0"/>
              <a:t>                                     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3CABDC2-ECFB-454C-92ED-713DCF36039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18311" y="6524653"/>
            <a:ext cx="3943627" cy="19682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3B59A0-B5E6-A5B2-864C-1373FC3B1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249526" y="70265"/>
            <a:ext cx="561474" cy="464499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D2D0562C-FB6F-4A30-31D6-55D54F5B13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732268" y="6360527"/>
            <a:ext cx="1962427" cy="360947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73606F-A793-DAED-680D-F97354193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563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b="1" dirty="0"/>
              <a:t>Case class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19" y="2780402"/>
            <a:ext cx="9463239" cy="3575946"/>
          </a:xfrm>
        </p:spPr>
        <p:txBody>
          <a:bodyPr/>
          <a:lstStyle/>
          <a:p>
            <a:r>
              <a:rPr lang="en-US" dirty="0"/>
              <a:t>Purpose: </a:t>
            </a:r>
            <a:r>
              <a:rPr lang="en-US" b="0" dirty="0"/>
              <a:t>Represents the complete case being investigated.</a:t>
            </a:r>
          </a:p>
          <a:p>
            <a:endParaRPr lang="en-US" dirty="0"/>
          </a:p>
          <a:p>
            <a:r>
              <a:rPr lang="en-US" dirty="0"/>
              <a:t>Properties: </a:t>
            </a:r>
            <a:r>
              <a:rPr lang="en-US" b="0" dirty="0"/>
              <a:t>CaseName, Crime, Locations, Suspects.</a:t>
            </a:r>
          </a:p>
          <a:p>
            <a:endParaRPr lang="en-US" dirty="0"/>
          </a:p>
          <a:p>
            <a:r>
              <a:rPr lang="en-US" dirty="0"/>
              <a:t>Methods: </a:t>
            </a:r>
          </a:p>
          <a:p>
            <a:r>
              <a:rPr lang="en-US" dirty="0"/>
              <a:t> ○ Display Case: </a:t>
            </a:r>
            <a:r>
              <a:rPr lang="en-US" b="0" dirty="0"/>
              <a:t>Shows the case name and crime details.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836" y="6356348"/>
            <a:ext cx="210954" cy="351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36BD54-EFA1-25A2-9F04-4F22C36E2A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1863136" y="124405"/>
            <a:ext cx="285550" cy="351284"/>
          </a:xfrm>
        </p:spPr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1504596" y="6283298"/>
            <a:ext cx="358540" cy="497384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107E6-0199-AA28-2570-52D61FA4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B5A7-2C18-2A6E-8F56-AB02EA67A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346" y="854243"/>
            <a:ext cx="8987589" cy="685800"/>
          </a:xfrm>
        </p:spPr>
        <p:txBody>
          <a:bodyPr/>
          <a:lstStyle/>
          <a:p>
            <a:r>
              <a:rPr lang="en-US" b="1" dirty="0"/>
              <a:t>Mystery game class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C812C3-A940-9C78-D4C9-3C8DF07E8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18346" y="1816768"/>
            <a:ext cx="9480885" cy="4996781"/>
          </a:xfrm>
        </p:spPr>
        <p:txBody>
          <a:bodyPr/>
          <a:lstStyle/>
          <a:p>
            <a:r>
              <a:rPr lang="en-US" dirty="0"/>
              <a:t>Purpose: </a:t>
            </a:r>
            <a:r>
              <a:rPr lang="en-US" b="0" dirty="0"/>
              <a:t>It manages the major activities of the detective game.</a:t>
            </a:r>
          </a:p>
          <a:p>
            <a:r>
              <a:rPr lang="en-US" dirty="0"/>
              <a:t>Properties: </a:t>
            </a:r>
            <a:r>
              <a:rPr lang="en-US" b="0" dirty="0"/>
              <a:t>Detective, CurrentCase, EvidenceList.</a:t>
            </a:r>
          </a:p>
          <a:p>
            <a:r>
              <a:rPr lang="en-US" dirty="0"/>
              <a:t>Methods</a:t>
            </a:r>
            <a:r>
              <a:rPr lang="en-US" b="0" dirty="0"/>
              <a:t>: </a:t>
            </a:r>
          </a:p>
          <a:p>
            <a:r>
              <a:rPr lang="en-US" dirty="0"/>
              <a:t>○ Case Selection: </a:t>
            </a:r>
            <a:r>
              <a:rPr lang="en-US" b="0" dirty="0"/>
              <a:t>Selects the mystery case for investigation.</a:t>
            </a:r>
          </a:p>
          <a:p>
            <a:r>
              <a:rPr lang="en-US" b="0" dirty="0"/>
              <a:t>                           </a:t>
            </a:r>
            <a:r>
              <a:rPr lang="en-US" dirty="0"/>
              <a:t> </a:t>
            </a:r>
          </a:p>
          <a:p>
            <a:r>
              <a:rPr lang="en-US" dirty="0"/>
              <a:t>○ Investigation: </a:t>
            </a:r>
            <a:r>
              <a:rPr lang="en-US" b="0" dirty="0"/>
              <a:t>Searches locations, finds clues, and examines suspects.</a:t>
            </a:r>
          </a:p>
          <a:p>
            <a:endParaRPr lang="en-US" dirty="0"/>
          </a:p>
          <a:p>
            <a:r>
              <a:rPr lang="en-US" dirty="0"/>
              <a:t>○ Evidence Management</a:t>
            </a:r>
            <a:r>
              <a:rPr lang="en-US" b="0" dirty="0"/>
              <a:t>: Collects and displays the evidence found during the investigation.</a:t>
            </a:r>
          </a:p>
          <a:p>
            <a:r>
              <a:rPr lang="en-US" b="0" dirty="0"/>
              <a:t>                            </a:t>
            </a:r>
            <a:endParaRPr lang="en-US" dirty="0"/>
          </a:p>
          <a:p>
            <a:r>
              <a:rPr lang="en-US" dirty="0"/>
              <a:t>○ Criminal Identification: </a:t>
            </a:r>
            <a:r>
              <a:rPr lang="en-US" b="0" dirty="0"/>
              <a:t>Checks the final suspect and determines WIN or GAME OVER.</a:t>
            </a:r>
          </a:p>
          <a:p>
            <a:r>
              <a:rPr lang="en-US" b="0" dirty="0"/>
              <a:t>                              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9A56286-2AA7-2C0E-A860-583CF2BC2A1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0" y="6630987"/>
            <a:ext cx="194511" cy="18256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03E787E-8323-79F9-F113-B3266ADAE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360902" y="-25987"/>
            <a:ext cx="196516" cy="162513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FD1D6D0C-1B86-E604-D4AD-2C3322A9F55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1986184" y="6623064"/>
            <a:ext cx="205816" cy="19682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8C389A-0E56-64E5-142D-BAB9D95C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38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E66DD-9E7B-727A-5ED5-9F14BF911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E726-1798-A52A-4CDE-4B32DEDB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3" y="-21095"/>
            <a:ext cx="9953308" cy="522747"/>
          </a:xfrm>
        </p:spPr>
        <p:txBody>
          <a:bodyPr>
            <a:normAutofit/>
          </a:bodyPr>
          <a:lstStyle/>
          <a:p>
            <a:r>
              <a:rPr lang="en-US" sz="2000" b="1" dirty="0"/>
              <a:t>Output: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9224559-5071-516E-F78E-BF77C1B7B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19" y="737062"/>
            <a:ext cx="9463239" cy="561928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D2C4C005-E726-AB76-6904-6CD71E993AC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836" y="6356348"/>
            <a:ext cx="210954" cy="351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9448718-B1BA-FB72-839F-B085F0688E9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1863136" y="124405"/>
            <a:ext cx="285550" cy="351284"/>
          </a:xfrm>
        </p:spPr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C852595-0F0B-7B45-3120-0892DA2A34B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1504596" y="6283298"/>
            <a:ext cx="358540" cy="497384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411E76FA-56C2-6EE3-473E-E8E8CD8375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C7AE2-D317-37C6-B797-87DA9D0B1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288" y="240278"/>
            <a:ext cx="2361087" cy="623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78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B4E60-ABB6-7353-969F-903AA6EBB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D9677-ECE2-D710-BC08-E27FC6C3A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0062" y="3056453"/>
            <a:ext cx="3571875" cy="733426"/>
          </a:xfrm>
        </p:spPr>
        <p:txBody>
          <a:bodyPr/>
          <a:lstStyle/>
          <a:p>
            <a:r>
              <a:rPr lang="en-US" sz="4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FDA45-27A7-EC8C-E8A1-A802199C3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3825" y="6356350"/>
            <a:ext cx="419100" cy="308314"/>
          </a:xfrm>
        </p:spPr>
        <p:txBody>
          <a:bodyPr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01ABC-1A0B-DBA8-6A64-170FA37D8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575" y="6356350"/>
            <a:ext cx="276224" cy="36512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423729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{E44C4263-4AAA-429A-9F79-7AEA1EE3747F}TF7521aafa-c748-4c40-a498-ba511be234dc5b1b6097_win32-5039330bb2f3</Template>
  <TotalTime>416</TotalTime>
  <Words>511</Words>
  <Application>Microsoft Office PowerPoint</Application>
  <PresentationFormat>Widescreen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Custom</vt:lpstr>
      <vt:lpstr>Detective mystery game c# object-oriented programming project   group-03   presented by:  1. mortuja bashir nill (2252081123) 2. Farzana Akter Eva (2252081127) 3. Rubaiya (2252081148) 4. MD.NAHIMUR RAHMAN ANTOR (2252081136)  </vt:lpstr>
      <vt:lpstr>How the Game Works?</vt:lpstr>
      <vt:lpstr>Class design detective class</vt:lpstr>
      <vt:lpstr>Suspect class</vt:lpstr>
      <vt:lpstr>Clue class</vt:lpstr>
      <vt:lpstr>Evidence class</vt:lpstr>
      <vt:lpstr>Location class</vt:lpstr>
      <vt:lpstr>Case class</vt:lpstr>
      <vt:lpstr>Mystery game class</vt:lpstr>
      <vt:lpstr>Output: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Win11</dc:creator>
  <cp:lastModifiedBy>Win11</cp:lastModifiedBy>
  <cp:revision>1</cp:revision>
  <dcterms:created xsi:type="dcterms:W3CDTF">2026-08-14T06:12:22Z</dcterms:created>
  <dcterms:modified xsi:type="dcterms:W3CDTF">2026-08-25T07:55:31Z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